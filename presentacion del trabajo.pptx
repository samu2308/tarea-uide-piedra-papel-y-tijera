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EC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29F4CDD-58C2-4827-8CB9-4F572758E977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5A421C2-7C89-4D35-85C1-AAA30FAE44AA}" type="slidenum">
              <a:rPr lang="es-EC" smtClean="0"/>
              <a:t>‹Nº›</a:t>
            </a:fld>
            <a:endParaRPr lang="es-EC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446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4CDD-58C2-4827-8CB9-4F572758E977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21C2-7C89-4D35-85C1-AAA30FAE44A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37914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29F4CDD-58C2-4827-8CB9-4F572758E977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5A421C2-7C89-4D35-85C1-AAA30FAE44AA}" type="slidenum">
              <a:rPr lang="es-EC" smtClean="0"/>
              <a:t>‹Nº›</a:t>
            </a:fld>
            <a:endParaRPr lang="es-EC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EC"/>
            </a:p>
          </p:txBody>
        </p:sp>
      </p:grpSp>
    </p:spTree>
    <p:extLst>
      <p:ext uri="{BB962C8B-B14F-4D97-AF65-F5344CB8AC3E}">
        <p14:creationId xmlns:p14="http://schemas.microsoft.com/office/powerpoint/2010/main" val="3054835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4CDD-58C2-4827-8CB9-4F572758E977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21C2-7C89-4D35-85C1-AAA30FAE44A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823439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4CDD-58C2-4827-8CB9-4F572758E977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21C2-7C89-4D35-85C1-AAA30FAE44A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74680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4CDD-58C2-4827-8CB9-4F572758E977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21C2-7C89-4D35-85C1-AAA30FAE44A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84095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4CDD-58C2-4827-8CB9-4F572758E977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21C2-7C89-4D35-85C1-AAA30FAE44A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7155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EC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29F4CDD-58C2-4827-8CB9-4F572758E977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55A421C2-7C89-4D35-85C1-AAA30FAE44AA}" type="slidenum">
              <a:rPr lang="es-EC" smtClean="0"/>
              <a:t>‹Nº›</a:t>
            </a:fld>
            <a:endParaRPr lang="es-EC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2031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EC"/>
          </a:p>
        </p:txBody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29F4CDD-58C2-4827-8CB9-4F572758E977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55A421C2-7C89-4D35-85C1-AAA30FAE44A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90478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4CDD-58C2-4827-8CB9-4F572758E977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21C2-7C89-4D35-85C1-AAA30FAE44A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243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4CDD-58C2-4827-8CB9-4F572758E977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21C2-7C89-4D35-85C1-AAA30FAE44A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2134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29F4CDD-58C2-4827-8CB9-4F572758E977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A421C2-7C89-4D35-85C1-AAA30FAE44AA}" type="slidenum">
              <a:rPr lang="es-EC" smtClean="0"/>
              <a:t>‹Nº›</a:t>
            </a:fld>
            <a:endParaRPr lang="es-EC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EC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1064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22EA5-A3F0-E464-56EC-8A544E696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142" y="468086"/>
            <a:ext cx="11919857" cy="5025290"/>
          </a:xfrm>
        </p:spPr>
        <p:txBody>
          <a:bodyPr/>
          <a:lstStyle/>
          <a:p>
            <a:r>
              <a:rPr lang="es-ES" sz="7200" dirty="0"/>
              <a:t>El impacto de las nuevas tecnologías en la sociedad: visualización del futuro.</a:t>
            </a:r>
            <a:endParaRPr lang="es-EC" sz="7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972754-5475-355F-7E4A-BA61F00B5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 dirty="0"/>
              <a:t>Por: samuel Villacis</a:t>
            </a:r>
          </a:p>
        </p:txBody>
      </p:sp>
    </p:spTree>
    <p:extLst>
      <p:ext uri="{BB962C8B-B14F-4D97-AF65-F5344CB8AC3E}">
        <p14:creationId xmlns:p14="http://schemas.microsoft.com/office/powerpoint/2010/main" val="48660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42E2F-79C5-AAEA-C145-E3EFF90A7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Datos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167811-A923-E677-37FB-084FD862C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629" y="1128450"/>
            <a:ext cx="10537371" cy="5566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b="1" dirty="0"/>
              <a:t>Proyecto: </a:t>
            </a:r>
            <a:r>
              <a:rPr lang="es-EC" dirty="0"/>
              <a:t>Piedra, Papel y Tijera.</a:t>
            </a:r>
          </a:p>
          <a:p>
            <a:pPr marL="0" indent="0">
              <a:buNone/>
            </a:pPr>
            <a:endParaRPr lang="es-EC" dirty="0"/>
          </a:p>
          <a:p>
            <a:pPr marL="0" indent="0">
              <a:buNone/>
            </a:pPr>
            <a:r>
              <a:rPr lang="es-ES" b="1" dirty="0"/>
              <a:t>Asignatura:</a:t>
            </a:r>
            <a:r>
              <a:rPr lang="es-ES" dirty="0"/>
              <a:t> Lógica de programación 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b="1" dirty="0"/>
              <a:t>Tema: </a:t>
            </a:r>
            <a:r>
              <a:rPr lang="es-ES" dirty="0"/>
              <a:t>Algoritmos, Diagramas de Flujo y Programación.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b="1" dirty="0"/>
              <a:t>Programa usado: </a:t>
            </a:r>
            <a:r>
              <a:rPr lang="es-ES" dirty="0"/>
              <a:t>Spyder (Python)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b="1" dirty="0"/>
              <a:t>Fecha: </a:t>
            </a:r>
            <a:r>
              <a:rPr lang="es-ES" dirty="0"/>
              <a:t>25/02/2026</a:t>
            </a:r>
          </a:p>
          <a:p>
            <a:pPr marL="0" indent="0">
              <a:buNone/>
            </a:pPr>
            <a:br>
              <a:rPr lang="es-ES" dirty="0"/>
            </a:b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59597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5EEDB-0DB9-535B-8B22-86FD1982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93272"/>
          </a:xfrm>
        </p:spPr>
        <p:txBody>
          <a:bodyPr/>
          <a:lstStyle/>
          <a:p>
            <a:r>
              <a:rPr lang="es-EC" dirty="0"/>
              <a:t>Objetivo del Programa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F13F20-12A1-790B-BC41-2D4FDEAF9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32204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El objetivo del programa es aplicar los conceptos básicos de programación mediante la creación del juego </a:t>
            </a:r>
            <a:r>
              <a:rPr lang="es-ES" b="1" dirty="0"/>
              <a:t>Piedra, Papel o Tijera</a:t>
            </a:r>
            <a:r>
              <a:rPr lang="es-ES" dirty="0"/>
              <a:t>, utilizando:</a:t>
            </a:r>
          </a:p>
          <a:p>
            <a:r>
              <a:rPr lang="es-ES" dirty="0"/>
              <a:t>Condicionales</a:t>
            </a:r>
          </a:p>
          <a:p>
            <a:r>
              <a:rPr lang="es-ES" dirty="0"/>
              <a:t>Bucles</a:t>
            </a:r>
          </a:p>
          <a:p>
            <a:r>
              <a:rPr lang="es-ES" dirty="0"/>
              <a:t>Estructuras de datos</a:t>
            </a:r>
          </a:p>
          <a:p>
            <a:r>
              <a:rPr lang="es-ES" dirty="0"/>
              <a:t>Funciones</a:t>
            </a:r>
          </a:p>
          <a:p>
            <a:r>
              <a:rPr lang="es-ES" dirty="0"/>
              <a:t>Diagramas de flujo</a:t>
            </a:r>
          </a:p>
          <a:p>
            <a:pPr marL="0" indent="0">
              <a:buNone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281242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1A3D90F-DF41-D055-265E-40FF3DB9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¿Qué hace el programa?</a:t>
            </a:r>
            <a:endParaRPr lang="es-EC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936F12-4D53-3814-B22F-3D77FDFD0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79229" y="1741336"/>
            <a:ext cx="3450771" cy="4164164"/>
          </a:xfrm>
        </p:spPr>
        <p:txBody>
          <a:bodyPr/>
          <a:lstStyle/>
          <a:p>
            <a:r>
              <a:rPr lang="es-ES" dirty="0"/>
              <a:t>El programa:</a:t>
            </a:r>
          </a:p>
          <a:p>
            <a:r>
              <a:rPr lang="es-ES" dirty="0"/>
              <a:t>Permite al jugador elegir entre </a:t>
            </a:r>
            <a:r>
              <a:rPr lang="es-ES" b="1" dirty="0"/>
              <a:t>piedra, papel o tijera</a:t>
            </a:r>
            <a:endParaRPr lang="es-ES" dirty="0"/>
          </a:p>
          <a:p>
            <a:r>
              <a:rPr lang="es-ES" dirty="0"/>
              <a:t>La computadora elige una opción de forma aleatoria</a:t>
            </a:r>
          </a:p>
          <a:p>
            <a:r>
              <a:rPr lang="es-ES" dirty="0"/>
              <a:t>Compara ambas elecciones</a:t>
            </a:r>
          </a:p>
          <a:p>
            <a:r>
              <a:rPr lang="es-ES" dirty="0"/>
              <a:t>Muestra si el jugador </a:t>
            </a:r>
            <a:r>
              <a:rPr lang="es-ES" b="1" dirty="0"/>
              <a:t>gana, pierde o empata</a:t>
            </a:r>
            <a:endParaRPr lang="es-ES" dirty="0"/>
          </a:p>
          <a:p>
            <a:r>
              <a:rPr lang="es-ES" dirty="0"/>
              <a:t>Permite repetir el juego las veces que el usuario desee</a:t>
            </a:r>
          </a:p>
          <a:p>
            <a:endParaRPr lang="es-EC" dirty="0"/>
          </a:p>
        </p:txBody>
      </p:sp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BC36E5C1-EF8A-B4BE-1F00-343EE5346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00" y="-1"/>
            <a:ext cx="7333429" cy="68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41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CE2EC-052F-4211-9237-75CAABD86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Organización del programa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7D3106-436E-F3DD-2D77-B7ECFFB0E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10178322" cy="4189614"/>
          </a:xfrm>
        </p:spPr>
        <p:txBody>
          <a:bodyPr/>
          <a:lstStyle/>
          <a:p>
            <a:pPr marL="0" indent="0">
              <a:buNone/>
            </a:pPr>
            <a:r>
              <a:rPr lang="es-EC" dirty="0"/>
              <a:t>El programa esta dividido en 4 secciones:</a:t>
            </a:r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BEDC131-9D91-3F76-913D-6D2AA9E71F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869"/>
          <a:stretch>
            <a:fillRect/>
          </a:stretch>
        </p:blipFill>
        <p:spPr>
          <a:xfrm>
            <a:off x="1251678" y="2699976"/>
            <a:ext cx="5399493" cy="35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08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38612-48E6-D9E4-87DA-0045914F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Datos</a:t>
            </a:r>
            <a:br>
              <a:rPr lang="es-EC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9F4221-5679-DA1D-F985-EFFF70015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28451"/>
            <a:ext cx="3886200" cy="35935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/>
              <a:t>En este archivo se definen:</a:t>
            </a:r>
          </a:p>
          <a:p>
            <a:r>
              <a:rPr lang="es-ES" dirty="0"/>
              <a:t>Las opciones del juego</a:t>
            </a:r>
          </a:p>
          <a:p>
            <a:r>
              <a:rPr lang="es-ES" dirty="0"/>
              <a:t>Las reglas usando un diccionario</a:t>
            </a:r>
          </a:p>
          <a:p>
            <a:pPr marL="0" indent="0">
              <a:buNone/>
            </a:pPr>
            <a:r>
              <a:rPr lang="es-ES" b="1" dirty="0"/>
              <a:t>Ejemplo:</a:t>
            </a:r>
          </a:p>
          <a:p>
            <a:r>
              <a:rPr lang="es-ES" dirty="0"/>
              <a:t>piedra gana a tijera</a:t>
            </a:r>
          </a:p>
          <a:p>
            <a:r>
              <a:rPr lang="es-ES" dirty="0"/>
              <a:t>papel gana a piedra</a:t>
            </a:r>
          </a:p>
          <a:p>
            <a:r>
              <a:rPr lang="es-ES" dirty="0"/>
              <a:t>tijera gana a papel</a:t>
            </a:r>
          </a:p>
          <a:p>
            <a:r>
              <a:rPr lang="es-ES" dirty="0"/>
              <a:t>Esto facilita la lógica del programa.</a:t>
            </a:r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24640E8A-EA75-ABF2-3178-7819BF9C7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996" y="1128451"/>
            <a:ext cx="5827326" cy="349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782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8CCEFF-CCCA-BD21-9BA6-1451CA18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Entradas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AECBF7-6370-FAAD-E0B0-9218D06B6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28451"/>
            <a:ext cx="5508351" cy="3593591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Este archivo se encarga de:</a:t>
            </a:r>
          </a:p>
          <a:p>
            <a:r>
              <a:rPr lang="es-ES" dirty="0"/>
              <a:t>Pedir al jugador su elección</a:t>
            </a:r>
          </a:p>
          <a:p>
            <a:r>
              <a:rPr lang="es-ES" dirty="0"/>
              <a:t>Validar que la opción sea correcta</a:t>
            </a:r>
          </a:p>
          <a:p>
            <a:r>
              <a:rPr lang="es-ES" dirty="0"/>
              <a:t>Generar la elección aleatoria de la computadora</a:t>
            </a:r>
          </a:p>
          <a:p>
            <a:pPr marL="0" indent="0">
              <a:buNone/>
            </a:pPr>
            <a:r>
              <a:rPr lang="es-ES" b="1" dirty="0"/>
              <a:t>Aquí se controla la entrada de información.</a:t>
            </a:r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5" name="Imagen 4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C2D7788F-69A7-49B6-D4F7-61891DFB2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3290570"/>
            <a:ext cx="7283814" cy="286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56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DABFE-324F-8568-0243-4359A23C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Lógica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6F75ED-0D24-7E09-66B1-BF18A993B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28451"/>
            <a:ext cx="5018493" cy="3593591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En este archivo se compara:</a:t>
            </a:r>
          </a:p>
          <a:p>
            <a:r>
              <a:rPr lang="es-ES" dirty="0"/>
              <a:t>La elección del jugador</a:t>
            </a:r>
          </a:p>
          <a:p>
            <a:r>
              <a:rPr lang="es-ES" dirty="0"/>
              <a:t>La elección de la computadora</a:t>
            </a:r>
          </a:p>
          <a:p>
            <a:pPr marL="0" indent="0">
              <a:buNone/>
            </a:pPr>
            <a:r>
              <a:rPr lang="es-ES" b="1" dirty="0"/>
              <a:t>Usando condicionales, el programa determina:</a:t>
            </a:r>
          </a:p>
          <a:p>
            <a:r>
              <a:rPr lang="es-ES" dirty="0"/>
              <a:t>Empate</a:t>
            </a:r>
          </a:p>
          <a:p>
            <a:r>
              <a:rPr lang="es-ES" dirty="0"/>
              <a:t>Victoria</a:t>
            </a:r>
          </a:p>
          <a:p>
            <a:r>
              <a:rPr lang="es-ES" dirty="0"/>
              <a:t>Derrota</a:t>
            </a:r>
          </a:p>
          <a:p>
            <a:endParaRPr lang="es-EC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53A2C788-7DEF-7DBC-79EB-372B2BEE1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74517"/>
            <a:ext cx="5214257" cy="282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563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1DAAB-B2B4-6DEC-337F-0AC1488B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Juego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C11D7E-EA5B-D402-E114-06209A084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28451"/>
            <a:ext cx="4996722" cy="3593591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Este archivo:</a:t>
            </a:r>
          </a:p>
          <a:p>
            <a:r>
              <a:rPr lang="es-ES" dirty="0"/>
              <a:t>Ejecuta el juego</a:t>
            </a:r>
          </a:p>
          <a:p>
            <a:r>
              <a:rPr lang="es-ES" dirty="0"/>
              <a:t>Controla el bucle principal</a:t>
            </a:r>
          </a:p>
          <a:p>
            <a:r>
              <a:rPr lang="es-ES" dirty="0"/>
              <a:t>Permite repetir el juego</a:t>
            </a:r>
          </a:p>
          <a:p>
            <a:r>
              <a:rPr lang="es-ES" dirty="0"/>
              <a:t>Muestra los resultados en pantalla</a:t>
            </a:r>
          </a:p>
          <a:p>
            <a:pPr marL="0" indent="0">
              <a:buNone/>
            </a:pPr>
            <a:r>
              <a:rPr lang="es-ES" b="1" dirty="0"/>
              <a:t>Es el archivo principal que se ejecuta.</a:t>
            </a:r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E648BFBB-92B1-CAB9-FE0B-E9B502624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701" y="476204"/>
            <a:ext cx="5758999" cy="590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73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78035-26F2-36F0-4EF9-7951FB32C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5726065" cy="1492132"/>
          </a:xfrm>
        </p:spPr>
        <p:txBody>
          <a:bodyPr/>
          <a:lstStyle/>
          <a:p>
            <a:r>
              <a:rPr lang="es-EC" dirty="0"/>
              <a:t>DIAGRAMA DE FLUJO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D2E9F8-B1D5-99E8-F79F-1F4F153C9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28451"/>
            <a:ext cx="4844322" cy="35935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/>
              <a:t>El diagrama de flujo representa:</a:t>
            </a:r>
          </a:p>
          <a:p>
            <a:r>
              <a:rPr lang="es-ES" dirty="0"/>
              <a:t>Inicio del programa</a:t>
            </a:r>
          </a:p>
          <a:p>
            <a:r>
              <a:rPr lang="es-ES" dirty="0"/>
              <a:t>Ingreso de opciones</a:t>
            </a:r>
          </a:p>
          <a:p>
            <a:r>
              <a:rPr lang="es-ES" dirty="0"/>
              <a:t>Validación</a:t>
            </a:r>
          </a:p>
          <a:p>
            <a:r>
              <a:rPr lang="es-ES" dirty="0"/>
              <a:t>Decisiones</a:t>
            </a:r>
          </a:p>
          <a:p>
            <a:r>
              <a:rPr lang="es-ES" dirty="0"/>
              <a:t>Repetición del juego</a:t>
            </a:r>
          </a:p>
          <a:p>
            <a:r>
              <a:rPr lang="es-ES" dirty="0"/>
              <a:t>Fin</a:t>
            </a:r>
          </a:p>
          <a:p>
            <a:pPr marL="0" indent="0">
              <a:buNone/>
            </a:pPr>
            <a:r>
              <a:rPr lang="es-ES" b="1" dirty="0"/>
              <a:t>Esto ayuda a entender visualmente la lógica del código.</a:t>
            </a:r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E00A6F-A2F4-5F1B-EF13-972134267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544286"/>
            <a:ext cx="5540830" cy="620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19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1ED5AC1-28A5-504E-D95B-5B6BF005A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71" y="0"/>
            <a:ext cx="10591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73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A6EDE-2F04-D051-BF24-608114D93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Ventajas del programa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436081-F1AA-344E-B45E-EB47C157F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17317"/>
            <a:ext cx="4958532" cy="3214950"/>
          </a:xfrm>
        </p:spPr>
        <p:txBody>
          <a:bodyPr>
            <a:normAutofit/>
          </a:bodyPr>
          <a:lstStyle/>
          <a:p>
            <a:r>
              <a:rPr lang="en-US" sz="2800" dirty="0"/>
              <a:t>Código ordenado</a:t>
            </a:r>
          </a:p>
          <a:p>
            <a:r>
              <a:rPr lang="en-US" sz="2800" dirty="0"/>
              <a:t>Fácil de </a:t>
            </a:r>
            <a:r>
              <a:rPr lang="en-US" sz="2800" dirty="0" err="1"/>
              <a:t>entender</a:t>
            </a:r>
            <a:endParaRPr lang="en-US" sz="2800" dirty="0"/>
          </a:p>
          <a:p>
            <a:r>
              <a:rPr lang="en-US" sz="2800" dirty="0"/>
              <a:t>Reutilizable</a:t>
            </a:r>
          </a:p>
          <a:p>
            <a:r>
              <a:rPr lang="en-US" sz="2800" dirty="0"/>
              <a:t>Relaciona diagramas con Código real</a:t>
            </a:r>
            <a:endParaRPr lang="es-EC" sz="2800" dirty="0"/>
          </a:p>
        </p:txBody>
      </p:sp>
      <p:pic>
        <p:nvPicPr>
          <p:cNvPr id="1026" name="Picture 2" descr="Programación - Iconos gratis de multimedia">
            <a:extLst>
              <a:ext uri="{FF2B5EF4-FFF2-40B4-BE49-F238E27FC236}">
                <a16:creationId xmlns:a16="http://schemas.microsoft.com/office/drawing/2014/main" id="{0F0CBC49-35B7-DF49-3FD9-653C5469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980" y="248914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379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F91F9-D3BE-EC0E-1839-C5FCA7ABD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FBB71A-7BB4-B763-90C8-D0770AE2B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28451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Este proyecto permitió comprender cómo:</a:t>
            </a:r>
          </a:p>
          <a:p>
            <a:r>
              <a:rPr lang="es-ES" dirty="0"/>
              <a:t>Un problema se transforma en un algoritmo</a:t>
            </a:r>
          </a:p>
          <a:p>
            <a:r>
              <a:rPr lang="es-ES" dirty="0"/>
              <a:t>El algoritmo se representa con un diagrama de flujo</a:t>
            </a:r>
          </a:p>
          <a:p>
            <a:r>
              <a:rPr lang="es-ES" dirty="0"/>
              <a:t>El diagrama se convierte en código funcional en Python</a:t>
            </a:r>
          </a:p>
          <a:p>
            <a:pPr marL="0" indent="0">
              <a:buNone/>
            </a:pPr>
            <a:r>
              <a:rPr lang="es-ES" b="1" dirty="0"/>
              <a:t>Además, se fortalecieron las bases de la programación.</a:t>
            </a:r>
          </a:p>
          <a:p>
            <a:pPr marL="0" indent="0">
              <a:buNone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549925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37B0E-5EE1-EF50-EE0C-4F22298EB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Gracias por ver:]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1A8FE3-C655-7DFB-D401-0F4EDF816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En el repositorio esta todo el archivo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169015219"/>
      </p:ext>
    </p:extLst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248</TotalTime>
  <Words>374</Words>
  <Application>Microsoft Office PowerPoint</Application>
  <PresentationFormat>Panorámica</PresentationFormat>
  <Paragraphs>81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Impact</vt:lpstr>
      <vt:lpstr>Distintivo</vt:lpstr>
      <vt:lpstr>El impacto de las nuevas tecnologías en la sociedad: visualización del futuro.</vt:lpstr>
      <vt:lpstr>Datos del proyecto</vt:lpstr>
      <vt:lpstr>Objetivo del Programa</vt:lpstr>
      <vt:lpstr>¿Qué hace el programa?</vt:lpstr>
      <vt:lpstr>Organización del programa</vt:lpstr>
      <vt:lpstr>Datos </vt:lpstr>
      <vt:lpstr>Entradas</vt:lpstr>
      <vt:lpstr>Lógica</vt:lpstr>
      <vt:lpstr>Juego</vt:lpstr>
      <vt:lpstr>DIAGRAMA DE FLUJO </vt:lpstr>
      <vt:lpstr>Presentación de PowerPoint</vt:lpstr>
      <vt:lpstr>Ventajas del programa</vt:lpstr>
      <vt:lpstr>conclusión</vt:lpstr>
      <vt:lpstr>Gracias por ver:]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Rivadeneira</dc:creator>
  <cp:lastModifiedBy>Samuel Rivadeneira</cp:lastModifiedBy>
  <cp:revision>2</cp:revision>
  <dcterms:created xsi:type="dcterms:W3CDTF">2026-02-25T19:29:11Z</dcterms:created>
  <dcterms:modified xsi:type="dcterms:W3CDTF">2026-02-26T15:10:01Z</dcterms:modified>
</cp:coreProperties>
</file>